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/>
            </a:pPr>
            <a:r>
              <a:t>Online Token Generator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Streamlining Government Services in Gujarat</a:t>
            </a:r>
          </a:p>
          <a:p>
            <a:r>
              <a:t>Project ID: 24DIT061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of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ABSTRACT</a:t>
            </a:r>
          </a:p>
          <a:p>
            <a:pPr/>
            <a:r>
              <a:t>INTRODUCTION</a:t>
            </a:r>
          </a:p>
          <a:p>
            <a:pPr/>
            <a:r>
              <a:t>LITERATURE REVIEW</a:t>
            </a:r>
          </a:p>
          <a:p>
            <a:pPr/>
            <a:r>
              <a:t>SYSTEM ANALYSIS</a:t>
            </a:r>
          </a:p>
          <a:p>
            <a:pPr/>
            <a:r>
              <a:t>TECHNOLOGY STACK</a:t>
            </a:r>
          </a:p>
          <a:p>
            <a:pPr/>
            <a:r>
              <a:t>SYSTEM DESIGN / Architecture Diagram</a:t>
            </a:r>
          </a:p>
          <a:p>
            <a:pPr/>
            <a:r>
              <a:t>TESTING</a:t>
            </a:r>
          </a:p>
          <a:p>
            <a:pPr/>
            <a:r>
              <a:t>RESULTS</a:t>
            </a:r>
          </a:p>
          <a:p>
            <a:pPr/>
            <a:r>
              <a:t>CHALLENGES FACED</a:t>
            </a:r>
          </a:p>
          <a:p>
            <a:pPr/>
            <a:r>
              <a:t>CONCLUSION AND FUTURE SCOPE</a:t>
            </a:r>
          </a:p>
          <a:p>
            <a:pPr/>
            <a: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Online Token Generator is a web-based application to digitize queuing at government offices.</a:t>
            </a:r>
          </a:p>
          <a:p>
            <a:pPr/>
            <a:r>
              <a:t>It aims to eliminate long physical wait times and improve service efficiency.</a:t>
            </a:r>
          </a:p>
          <a:p>
            <a:pPr/>
            <a:r>
              <a:t>Users can book tokens remotely, track live status, and receive estimated wait times.</a:t>
            </a:r>
          </a:p>
          <a:p>
            <a:pPr/>
            <a:r>
              <a:t>The system ensures transparency, fairness, and a better experience for citizens and staff alike.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Problem Statement: Citizens waste hours standing in unorganized queues at RTOs and rural/urban public offices.</a:t>
            </a:r>
          </a:p>
          <a:p>
            <a:pPr/>
            <a:r>
              <a:t>Manual token systems lead to overlaps, frustration, and mismanagement of time.</a:t>
            </a:r>
          </a:p>
          <a:p>
            <a:pPr/>
            <a:r>
              <a:t>Our Objective: Provide a digital platform for token generation before visiting the office.</a:t>
            </a:r>
          </a:p>
          <a:p>
            <a:pPr/>
            <a:r>
              <a:t>Key functionalities include Smart Office finding, secure OTP registration, and real-time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Existing Systems: Mostly manual, paper-based token dispatching at the physical location.</a:t>
            </a:r>
          </a:p>
          <a:p>
            <a:pPr/>
            <a:r>
              <a:t>Limitations: No prior booking, no tracking, risk of losing paper tokens, unorganized crowd management.</a:t>
            </a:r>
          </a:p>
          <a:p>
            <a:pPr/>
            <a:r>
              <a:t>Proposed System Overcomes these by:</a:t>
            </a:r>
          </a:p>
          <a:p>
            <a:pPr/>
            <a:r>
              <a:t>  - Remote web-based bookings.</a:t>
            </a:r>
          </a:p>
          <a:p>
            <a:pPr/>
            <a:r>
              <a:t>  - SMS/Email notifications and live digital tracking.</a:t>
            </a:r>
          </a:p>
          <a:p>
            <a:pPr/>
            <a:r>
              <a:t>  - Multi-language accessibility ensuring inclusivity.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Target Audience: General Public (Citizens) and Government Staff (Employees/Admins).</a:t>
            </a:r>
          </a:p>
          <a:p>
            <a:pPr/>
            <a:r>
              <a:t>User Roles:</a:t>
            </a:r>
          </a:p>
          <a:p>
            <a:pPr/>
            <a:r>
              <a:t>  - Citizen: Registers, finds offices, books tokens, and tracks status.</a:t>
            </a:r>
          </a:p>
          <a:p>
            <a:pPr/>
            <a:r>
              <a:t>  - Employee: Manages token queue, updates status (Waiting/Serving/Completed).</a:t>
            </a:r>
          </a:p>
          <a:p>
            <a:pPr/>
            <a:r>
              <a:t>  - Admin: Manages geography, offices, services, and employee access.</a:t>
            </a:r>
          </a:p>
          <a:p>
            <a:pPr/>
            <a:r>
              <a:t>Feasibility: Technically feasible with modern web frameworks; operationally highly beneficial.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Frontend:</a:t>
            </a:r>
          </a:p>
          <a:p>
            <a:pPr/>
            <a:r>
              <a:t>  - ReactJS for dynamic, responsive user interfaces.</a:t>
            </a:r>
          </a:p>
          <a:p>
            <a:pPr/>
            <a:r>
              <a:t>  - Vite as the build tool for speed.</a:t>
            </a:r>
          </a:p>
          <a:p>
            <a:pPr/>
            <a:r>
              <a:t>Backend:</a:t>
            </a:r>
          </a:p>
          <a:p>
            <a:pPr/>
            <a:r>
              <a:t>  - Python &amp; Django Framework.</a:t>
            </a:r>
          </a:p>
          <a:p>
            <a:pPr/>
            <a:r>
              <a:t>  - Django REST Framework (DRF) for APIs.</a:t>
            </a:r>
          </a:p>
          <a:p>
            <a:pPr/>
            <a:r>
              <a:t>Database:</a:t>
            </a:r>
          </a:p>
          <a:p>
            <a:pPr/>
            <a:r>
              <a:t>  - PostgreSQL / SQLite for robust data storage.</a:t>
            </a:r>
          </a:p>
          <a:p>
            <a:pPr/>
            <a:r>
              <a:t>Security &amp; Add-ons:</a:t>
            </a:r>
          </a:p>
          <a:p>
            <a:pPr/>
            <a:r>
              <a:t>  - JWT Authentication, QR Code Scanning.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 / 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Authentication: Secure login with OTP and JWT.</a:t>
            </a:r>
          </a:p>
          <a:p>
            <a:pPr/>
            <a:r>
              <a:t>2. Location Module: GPS-based Smart Office Finder maps citizens to correct branches.</a:t>
            </a:r>
          </a:p>
          <a:p>
            <a:pPr/>
            <a:r>
              <a:t>3. Booking Engine: Assigns sequential alphanumeric token (e.g., GJ01A001) preventing race conditions.</a:t>
            </a:r>
          </a:p>
          <a:p>
            <a:pPr/>
            <a:r>
              <a:t>4. Employee Dashboard: Real-time web socket/polling updates queue dynamically.</a:t>
            </a:r>
          </a:p>
          <a:p>
            <a:pPr/>
            <a:r>
              <a:t>5. Verification: On-site verification via QR code hash.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Unit Testing: Verified individual functions (e.g., Token ID generation logic, hash creation).</a:t>
            </a:r>
          </a:p>
          <a:p>
            <a:pPr/>
            <a:r>
              <a:t>Integration Testing: Ensured smooth data flow between React frontend and Django APIs.</a:t>
            </a:r>
          </a:p>
          <a:p>
            <a:pPr/>
            <a:r>
              <a:t>Security Testing: Tested Role-Based Access Control (RBAC) to ensure employees only see their designated office's tokens.</a:t>
            </a:r>
          </a:p>
          <a:p>
            <a:pPr/>
            <a:r>
              <a:t>Concurrency Testing: Ensured no duplicate tokens are generated when multiple users book simultaneously.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Successfully developed a responsive, fast-loading web application.</a:t>
            </a:r>
          </a:p>
          <a:p>
            <a:pPr/>
            <a:r>
              <a:t>Implemented a fully functional Role-Based Access Control system.</a:t>
            </a:r>
          </a:p>
          <a:p>
            <a:pPr/>
            <a:r>
              <a:t>Smart Office Finder accurately lists offices based on District/Taluka.</a:t>
            </a:r>
          </a:p>
          <a:p>
            <a:pPr/>
            <a:r>
              <a:t>Real-time token status updates seamlessly across citizen and employee screens.</a:t>
            </a:r>
          </a:p>
          <a:p>
            <a:pPr/>
            <a:r>
              <a:t>Multi-lingual UI (English, Gujarati, Hindi) implemented successfully.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Race Conditions: Preventing duplicate token numbers during high concurrent bookings.</a:t>
            </a:r>
          </a:p>
          <a:p>
            <a:pPr/>
            <a:r>
              <a:t>  - Solution: Implemented atomic database transactions.</a:t>
            </a:r>
          </a:p>
          <a:p>
            <a:pPr/>
            <a:r>
              <a:t>Role-Based Access Logic: Properly filtering token data so staff only access their specific district's queue.</a:t>
            </a:r>
          </a:p>
          <a:p>
            <a:pPr/>
            <a:r>
              <a:t>Localization: Setting up robust multi-language translations across complex dynamic UI components.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Conclusion: The system successfully modernizes queue management, making government services more accessible and organized.</a:t>
            </a:r>
          </a:p>
          <a:p>
            <a:pPr/>
            <a:r>
              <a:t>Future Scope:</a:t>
            </a:r>
          </a:p>
          <a:p>
            <a:pPr/>
            <a:r>
              <a:t>  - Integration of advanced Blockchain verification for tamper-proof token authenticity.</a:t>
            </a:r>
          </a:p>
          <a:p>
            <a:pPr/>
            <a:r>
              <a:t>  - SMS Gateway integration for instant offline mobile alerts.</a:t>
            </a:r>
          </a:p>
          <a:p>
            <a:pPr/>
            <a:r>
              <a:t>  - Expanding language support.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React Documentation: react.dev</a:t>
            </a:r>
          </a:p>
          <a:p>
            <a:pPr/>
            <a:r>
              <a:t>2. Django REST Framework: django-rest-framework.org</a:t>
            </a:r>
          </a:p>
          <a:p>
            <a:pPr/>
            <a:r>
              <a:t>3. Modern Queue Management Systems Case Studies.</a:t>
            </a:r>
          </a:p>
          <a:p>
            <a:pPr/>
            <a:r>
              <a:t>4. Software Requirements Specification (SRS) - 24DIT061.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